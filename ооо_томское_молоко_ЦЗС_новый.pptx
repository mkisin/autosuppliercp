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hyperlink" Target="https://online-czs.ru/buyers/51/" TargetMode="External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6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44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2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48.png"/><Relationship Id="rId5" Type="http://schemas.openxmlformats.org/officeDocument/2006/relationships/image" Target="../media/image46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45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724025"/>
            <a:ext cx="96012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Получатель Безбородов А. Н., Генеральный директор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19526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Как компании «ООО "Томское молоко"» получить 5-10 контрактов с розничными сетями на Центре Закупок Сетей: WorldFood 2026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«Молочная продукция»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«Молочная продукция»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Безбородов А., ознакомьтесь с итогами последнего ЦЗС™ по категории «Молочная продукция»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230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6700" y="3705225"/>
            <a:ext cx="2065020" cy="15722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6 </a:t>
            </a:r>
            <a: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25" dirty="0" smtClean="0">
                <a:solidFill>
                  <a:schemeClr val="tx1"/>
                </a:solidFill>
                <a:latin typeface="Century Gothic"/>
                <a:cs typeface="Century Gothic"/>
              </a:rPr>
              <a:t>Ф</a:t>
            </a:r>
            <a:r>
              <a:rPr sz="1200" spc="-25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едеральных</a:t>
            </a:r>
            <a:r>
              <a:rPr sz="1200" spc="5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16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lang="ru-RU" sz="1200" dirty="0">
                <a:solidFill>
                  <a:schemeClr val="tx1"/>
                </a:solidFill>
                <a:latin typeface="Century Gothic"/>
                <a:cs typeface="Century Gothic"/>
              </a:rPr>
              <a:t>Р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егиональных</a:t>
            </a:r>
            <a:r>
              <a:rPr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56500" y="4010025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13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11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oReCa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7277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41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683195" cy="118814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л</a:t>
            </a:r>
            <a:r>
              <a:rPr lang="ru-RU" sz="1200" dirty="0" smtClean="0">
                <a:latin typeface="Century Gothic"/>
                <a:cs typeface="Century Gothic"/>
              </a:rPr>
              <a:t>ет </a:t>
            </a:r>
            <a:r>
              <a:rPr lang="ru-RU" sz="1200" dirty="0" smtClean="0">
                <a:latin typeface="Century Gothic"/>
                <a:cs typeface="Century Gothic"/>
              </a:rPr>
              <a:t>работы</a:t>
            </a:r>
            <a:r>
              <a:rPr sz="1200" spc="-40" dirty="0" smtClean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компании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4" y="1874989"/>
            <a:ext cx="1987995" cy="1172757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100" dirty="0">
                <a:latin typeface="Century Gothic"/>
                <a:cs typeface="Century Gothic"/>
              </a:rPr>
              <a:t>деловых</a:t>
            </a:r>
            <a:r>
              <a:rPr sz="1100" spc="1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переговоров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15420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520</a:t>
            </a:r>
            <a:endParaRPr lang="ru-RU" sz="14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10425" y="1914525"/>
            <a:ext cx="3251200" cy="118814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latin typeface="Century Gothic"/>
                <a:cs typeface="Century Gothic"/>
              </a:rPr>
              <a:t>проведено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нами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099300" y="1724025"/>
            <a:ext cx="243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к</a:t>
            </a:r>
            <a:r>
              <a:rPr lang="ru-RU" sz="1200" dirty="0" smtClean="0">
                <a:latin typeface="Century Gothic"/>
                <a:cs typeface="Century Gothic"/>
              </a:rPr>
              <a:t>онтрактов заключено</a:t>
            </a:r>
            <a:r>
              <a:rPr lang="ru-RU" sz="1200" spc="55" dirty="0" smtClean="0">
                <a:latin typeface="Century Gothic"/>
                <a:cs typeface="Century Gothic"/>
              </a:rPr>
              <a:t> всего </a:t>
            </a:r>
            <a:r>
              <a:rPr lang="ru-RU" sz="1200" spc="65" dirty="0" smtClean="0">
                <a:latin typeface="Century Gothic"/>
                <a:cs typeface="Century Gothic"/>
              </a:rPr>
              <a:t>в вашей</a:t>
            </a:r>
            <a:r>
              <a:rPr lang="ru-RU" sz="1200" spc="55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категории</a:t>
            </a:r>
            <a:endParaRPr lang="ru-RU" sz="120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11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«Увелка»</a:t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«Роса»</a:t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«Мельник»</a:t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Елена Воробьева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Анна Соколова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«Разрозненные встречи с покупателями по всей стране — это прошлый век. В Центре Закупок Сетей™ мы за два дня решаем задачи, на которые раньше уходили месяцы. На последнем мероприятии мы заключили договоренности о поставках с 7 новыми региональными сетями, что позволило нам увеличить плановый объем отгрузки на 20%».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Безбородов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288 переговоров и заключили 230 предварительных контрактов по категории «Молочная продукция». Уверены, вместе мы займем полки в нужных вам сетях».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Words>809</Words>
  <Application>Microsoft Office PowerPoint</Application>
  <PresentationFormat>Произвольный</PresentationFormat>
  <Paragraphs>155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Безбородов,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29</cp:revision>
  <dcterms:created xsi:type="dcterms:W3CDTF">2026-06-24T08:38:13Z</dcterms:created>
  <dcterms:modified xsi:type="dcterms:W3CDTF">2026-06-26T10:06:13Z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