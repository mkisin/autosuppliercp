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51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1.png" /><Relationship Id="rId7" Type="http://schemas.openxmlformats.org/officeDocument/2006/relationships/image" Target="../media/generated_2.png" /><Relationship Id="rId8" Type="http://schemas.openxmlformats.org/officeDocument/2006/relationships/image" Target="../media/generated_3.png" /><Relationship Id="rId9" Type="http://schemas.openxmlformats.org/officeDocument/2006/relationships/image" Target="../media/generated_4.png" /><Relationship Id="rId10" Type="http://schemas.openxmlformats.org/officeDocument/2006/relationships/image" Target="../media/generated_5.png" /><Relationship Id="rId11" Type="http://schemas.openxmlformats.org/officeDocument/2006/relationships/image" Target="../media/generated_6.png" /><Relationship Id="rId12" Type="http://schemas.openxmlformats.org/officeDocument/2006/relationships/image" Target="../media/generated_7.png" /><Relationship Id="rId13" Type="http://schemas.openxmlformats.org/officeDocument/2006/relationships/image" Target="../media/generated_8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9.png" /><Relationship Id="rId8" Type="http://schemas.openxmlformats.org/officeDocument/2006/relationships/image" Target="../media/generated_10.png" /><Relationship Id="rId9" Type="http://schemas.openxmlformats.org/officeDocument/2006/relationships/image" Target="../media/generated_11.png" /><Relationship Id="rId10" Type="http://schemas.openxmlformats.org/officeDocument/2006/relationships/image" Target="../media/generated_12.png" /><Relationship Id="rId11" Type="http://schemas.openxmlformats.org/officeDocument/2006/relationships/image" Target="../media/generated_13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4.png" /><Relationship Id="rId8" Type="http://schemas.openxmlformats.org/officeDocument/2006/relationships/image" Target="../media/generated_15.png" /><Relationship Id="rId9" Type="http://schemas.openxmlformats.org/officeDocument/2006/relationships/image" Target="../media/generated_16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876425"/>
            <a:ext cx="25603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Анком ООО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2574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Получатель
Виталий Петрович Елфимов,
Генеральный директор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«Мясо и мясопродукты»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«Мясо и мясопродукты»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Виталий Петрович, ознакомьтесь с итогами последнего ЦЗС™ по категории «Мясо и мясопродукты»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201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5422" y="3798693"/>
            <a:ext cx="2065020" cy="167481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85" dirty="0">
                <a:latin typeface="Century Gothic"/>
                <a:cs typeface="Century Gothic"/>
              </a:rPr>
              <a:t>том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числе: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 </a:t>
            </a:r>
            <a:r>
              <a:rPr sz="1200" spc="-25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федеральных</a:t>
            </a:r>
            <a:r>
              <a:rPr sz="1200" spc="5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805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21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региональных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16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локальных</a:t>
            </a:r>
            <a:r>
              <a:rPr sz="12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oReCa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3467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5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34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10.5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92653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835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20288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6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lang="ru-RU" sz="16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050" dirty="0" smtClean="0">
                <a:latin typeface="Century Gothic"/>
                <a:cs typeface="Century Gothic"/>
              </a:rPr>
              <a:t>заключено</a:t>
            </a:r>
            <a:r>
              <a:rPr lang="ru-RU" sz="1050" spc="55" dirty="0" smtClean="0">
                <a:latin typeface="Century Gothic"/>
                <a:cs typeface="Century Gothic"/>
              </a:rPr>
              <a:t> всего </a:t>
            </a:r>
            <a:r>
              <a:rPr lang="ru-RU" sz="1050" spc="65" dirty="0" smtClean="0">
                <a:latin typeface="Century Gothic"/>
                <a:cs typeface="Century Gothic"/>
              </a:rPr>
              <a:t>в вашей</a:t>
            </a:r>
            <a:r>
              <a:rPr lang="ru-RU" sz="1050" spc="55" dirty="0" smtClean="0">
                <a:latin typeface="Century Gothic"/>
                <a:cs typeface="Century Gothic"/>
              </a:rPr>
              <a:t> </a:t>
            </a:r>
            <a:r>
              <a:rPr lang="ru-RU" sz="1050" spc="-10" dirty="0" smtClean="0">
                <a:latin typeface="Century Gothic"/>
                <a:cs typeface="Century Gothic"/>
              </a:rPr>
              <a:t>категории</a:t>
            </a:r>
            <a:endParaRPr lang="ru-RU" sz="105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«Деликатесофф»</a:t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«Таврия»</a:t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«Омский бекон»</a:t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Сергей Кузнецов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«Рынок мясных деликатесов конкурентен, и для нас важно личное общение с закупщиками. Благодаря участию в Центре Закупок Сетей™, мы за два дня обошли 25 потенциальных клиентов. Такой плотный график встреч в обычной жизни занял бы несколько месяцев. Результат — старт поставок наших премиальных деликатесов под брендом «Борская индейка» в сети «Перекресток» и «Азбука вкуса».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Михаил Лебедев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«Мы ценим свое время и эффективность. За 3 участия в Центре Закупок Сетей™ мы не просто провели 40 переговоров, а заключили контракты с 12 региональными сетями, для которых раньше мы были недоступны. Мероприятие позволяет быстро найти новых партнеров, что для производителя особенно актуально».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Алексей Новиков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«Идея Центра Закупок Сетей™ проста и гениальна — здесь под одной крышей собираются ключевые игроки рынка. Мы привозим на дегустацию наши новинки и сразу получаем обратную связь. За год работы на площадке мы подписали 7 контрактов, включая соглашение с сетью «Командор». Теперь наша мраморная свинина будет представлена на всем Дальнем Востоке».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Виталий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 году наши клиенты провели 251 переговоров и заключили 201 предварительных контрактов по категории «Мясо и мясопродукты». Уверены, вместе мы займем полки в нужных вам 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</TotalTime>
  <Words>666</Words>
  <Application>Microsoft Office PowerPoint</Application>
  <PresentationFormat>Произвольный</PresentationFormat>
  <Paragraphs>173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20</cp:revision>
  <dcterms:created xsi:type="dcterms:W3CDTF">2026-06-24T08:38:13Z</dcterms:created>
  <dcterms:modified xsi:type="dcterms:W3CDTF">2026-06-25T15:28:09Z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