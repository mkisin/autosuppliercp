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-czs.ru/buyers/51/" TargetMode="Externa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{{block1}}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{{block2}}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{{block3}}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33655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{{logo4}}</a:t>
            </a:r>
            <a:endParaRPr lang="ru-RU" sz="1200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42037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{{logo5}}</a:t>
            </a:r>
            <a:endParaRPr lang="ru-RU" sz="1400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50419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{{logo6}}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58801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{{logo7}}</a:t>
            </a:r>
            <a:endParaRPr lang="ru-RU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67183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{{logo8}}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75565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{{logo9}}</a:t>
            </a:r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83947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{{logo10}}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9232900" y="5153025"/>
            <a:ext cx="762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{{logo11}}</a:t>
            </a:r>
            <a:endParaRPr lang="ru-RU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{{block4}}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</a:t>
            </a:r>
            <a:r>
              <a:rPr lang="ru-RU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5</a:t>
            </a: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}}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</a:t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6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}}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6700" y="3705225"/>
            <a:ext cx="2065020" cy="1756891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{{block10}} </a:t>
            </a:r>
            <a: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  </a:t>
            </a:r>
            <a:b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Ф</a:t>
            </a:r>
            <a:r>
              <a:rPr sz="1200" spc="-25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едеральных</a:t>
            </a:r>
            <a:r>
              <a:rPr sz="1200" spc="5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{{block11}}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br>
              <a:rPr lang="ru-RU" sz="12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ru-RU" sz="12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 </a:t>
            </a:r>
            <a:r>
              <a:rPr lang="ru-RU" sz="1200" dirty="0">
                <a:solidFill>
                  <a:srgbClr val="245BA9"/>
                </a:solidFill>
                <a:latin typeface="Century Gothic"/>
                <a:cs typeface="Century Gothic"/>
              </a:rPr>
              <a:t>Р</a:t>
            </a:r>
            <a:r>
              <a:rPr sz="120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егиональных</a:t>
            </a:r>
            <a:r>
              <a:rPr sz="120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{{block12}}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rgbClr val="245BA9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{{block13}}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8039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  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</a:t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}}</a:t>
            </a:r>
            <a:r>
              <a:rPr sz="1100" dirty="0">
                <a:latin typeface="Century Gothic"/>
                <a:cs typeface="Century Gothic"/>
              </a:rPr>
              <a:t>	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</a:t>
            </a:r>
            <a:r>
              <a:rPr lang="ru-RU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9</a:t>
            </a: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}}</a:t>
            </a:r>
            <a:r>
              <a:rPr sz="1400" dirty="0">
                <a:latin typeface="Century Gothic"/>
                <a:cs typeface="Century Gothic"/>
              </a:rPr>
              <a:t>	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</a:t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27</a:t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}}</a:t>
            </a:r>
            <a:r>
              <a:rPr sz="1100" dirty="0">
                <a:latin typeface="Century Gothic"/>
                <a:cs typeface="Century Gothic"/>
              </a:rPr>
              <a:t>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92653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{{block14}}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6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lang="ru-RU" sz="16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050" dirty="0" smtClean="0">
                <a:latin typeface="Century Gothic"/>
                <a:cs typeface="Century Gothic"/>
              </a:rPr>
              <a:t>заключено</a:t>
            </a:r>
            <a:r>
              <a:rPr lang="ru-RU" sz="1050" spc="55" dirty="0" smtClean="0">
                <a:latin typeface="Century Gothic"/>
                <a:cs typeface="Century Gothic"/>
              </a:rPr>
              <a:t> всего </a:t>
            </a:r>
            <a:r>
              <a:rPr lang="ru-RU" sz="1050" spc="65" dirty="0" smtClean="0">
                <a:latin typeface="Century Gothic"/>
                <a:cs typeface="Century Gothic"/>
              </a:rPr>
              <a:t>в вашей</a:t>
            </a:r>
            <a:r>
              <a:rPr lang="ru-RU" sz="1050" spc="55" dirty="0" smtClean="0">
                <a:latin typeface="Century Gothic"/>
                <a:cs typeface="Century Gothic"/>
              </a:rPr>
              <a:t> </a:t>
            </a:r>
            <a:r>
              <a:rPr lang="ru-RU" sz="1050" spc="-10" dirty="0" smtClean="0">
                <a:latin typeface="Century Gothic"/>
                <a:cs typeface="Century Gothic"/>
              </a:rPr>
              <a:t>категории</a:t>
            </a:r>
            <a:endParaRPr lang="ru-RU" sz="105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3441700" y="1800225"/>
            <a:ext cx="4419600" cy="3224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{{pic2}}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8089900" y="1800225"/>
            <a:ext cx="24384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{{pic3}}</a:t>
            </a:r>
            <a:endParaRPr lang="ru-RU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3433074" y="5305425"/>
            <a:ext cx="2370826" cy="16778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{{pic4}}</a:t>
            </a:r>
            <a:endParaRPr lang="ru-RU" dirty="0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5956300" y="5314950"/>
            <a:ext cx="2323381" cy="16835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{{pic5}}</a:t>
            </a:r>
            <a:endParaRPr lang="ru-RU" dirty="0"/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8382000" y="5276850"/>
            <a:ext cx="2222500" cy="16893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{{pic6}}</a:t>
            </a:r>
            <a:endParaRPr lang="ru-RU" dirty="0"/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{{</a:t>
              </a:r>
              <a:r>
                <a:rPr lang="en-US" dirty="0" smtClean="0"/>
                <a:t>block15}}</a:t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{{</a:t>
              </a:r>
              <a:r>
                <a:rPr lang="en-US" dirty="0" smtClean="0"/>
                <a:t>block18}}</a:t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{{</a:t>
              </a:r>
              <a:r>
                <a:rPr lang="en-US" dirty="0" smtClean="0">
                  <a:latin typeface="+mn-lt"/>
                </a:rPr>
                <a:t>block21</a:t>
              </a:r>
              <a:r>
                <a:rPr lang="en-US" dirty="0" smtClean="0"/>
                <a:t>}}</a:t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5956300" y="1419225"/>
            <a:ext cx="914400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{{logo1}}</a:t>
            </a:r>
            <a:endParaRPr lang="ru-RU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{{</a:t>
            </a:r>
            <a:r>
              <a:rPr lang="en-US" sz="1100" dirty="0" smtClean="0"/>
              <a:t>block16}}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{{</a:t>
            </a:r>
            <a:r>
              <a:rPr lang="en-US" sz="1000" dirty="0" smtClean="0">
                <a:solidFill>
                  <a:schemeClr val="tx1"/>
                </a:solidFill>
              </a:rPr>
              <a:t>block17}}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9537700" y="1419225"/>
            <a:ext cx="89714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{{</a:t>
            </a:r>
            <a:r>
              <a:rPr lang="en-US" sz="1400" dirty="0"/>
              <a:t>logo2}}</a:t>
            </a:r>
            <a:endParaRPr lang="ru-RU" sz="14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5880100" y="4238625"/>
            <a:ext cx="89714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{{logo3}}</a:t>
            </a:r>
            <a:endParaRPr lang="ru-RU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{{</a:t>
            </a:r>
            <a:r>
              <a:rPr lang="en-US" sz="1100" dirty="0" smtClean="0"/>
              <a:t>block19}}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{{</a:t>
            </a:r>
            <a:r>
              <a:rPr lang="en-US" sz="1000" dirty="0" smtClean="0">
                <a:latin typeface="+mn-lt"/>
              </a:rPr>
              <a:t>block20</a:t>
            </a:r>
            <a:r>
              <a:rPr lang="en-US" sz="1000" dirty="0" smtClean="0"/>
              <a:t>}}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{{</a:t>
            </a:r>
            <a:r>
              <a:rPr lang="en-US" sz="1100" dirty="0" smtClean="0"/>
              <a:t>block22}}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{{</a:t>
            </a:r>
            <a:r>
              <a:rPr lang="en-US" sz="1000" dirty="0" smtClean="0"/>
              <a:t>block23}}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{{block24}}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году </a:t>
            </a:r>
            <a:r>
              <a:rPr sz="1200" spc="-50" dirty="0">
                <a:latin typeface="Century Gothic"/>
                <a:cs typeface="Century Gothic"/>
              </a:rPr>
              <a:t>наши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клиенты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 smtClean="0">
                <a:latin typeface="Century Gothic"/>
                <a:cs typeface="Century Gothic"/>
              </a:rPr>
              <a:t>провели</a:t>
            </a:r>
            <a:r>
              <a:rPr sz="1200" spc="5" dirty="0" smtClean="0">
                <a:latin typeface="Century Gothic"/>
                <a:cs typeface="Century Gothic"/>
              </a:rPr>
              <a:t> </a:t>
            </a:r>
            <a:r>
              <a:rPr lang="en-US" sz="1200" spc="5" dirty="0" smtClean="0">
                <a:latin typeface="Century Gothic"/>
                <a:cs typeface="Century Gothic"/>
              </a:rPr>
              <a:t>{{block</a:t>
            </a:r>
            <a:r>
              <a:rPr sz="1200" spc="-25" dirty="0" smtClean="0">
                <a:latin typeface="Century Gothic"/>
                <a:cs typeface="Century Gothic"/>
              </a:rPr>
              <a:t>2</a:t>
            </a:r>
            <a:r>
              <a:rPr lang="en-US" sz="1200" spc="-25" dirty="0" smtClean="0">
                <a:latin typeface="Century Gothic"/>
                <a:cs typeface="Century Gothic"/>
              </a:rPr>
              <a:t>5}}</a:t>
            </a:r>
            <a:r>
              <a:rPr sz="1200" spc="-25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переговоров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заключили</a:t>
            </a:r>
            <a:r>
              <a:rPr sz="1200" spc="70" dirty="0">
                <a:latin typeface="Century Gothic"/>
                <a:cs typeface="Century Gothic"/>
              </a:rPr>
              <a:t> </a:t>
            </a:r>
            <a:r>
              <a:rPr lang="en-US" sz="1200" dirty="0" smtClean="0">
                <a:latin typeface="Century Gothic"/>
                <a:cs typeface="Century Gothic"/>
              </a:rPr>
              <a:t>{{block26}}</a:t>
            </a:r>
            <a:r>
              <a:rPr sz="1200" spc="65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предварительных </a:t>
            </a:r>
            <a:r>
              <a:rPr sz="1200" dirty="0">
                <a:latin typeface="Century Gothic"/>
                <a:cs typeface="Century Gothic"/>
              </a:rPr>
              <a:t>контрактов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категории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lang="en-US" sz="1200" spc="-20" dirty="0" smtClean="0">
                <a:latin typeface="Century Gothic"/>
                <a:cs typeface="Century Gothic"/>
              </a:rPr>
              <a:t>{{block3}}</a:t>
            </a:r>
            <a:r>
              <a:rPr sz="1200" spc="-10" dirty="0" smtClean="0">
                <a:latin typeface="Century Gothic"/>
                <a:cs typeface="Century Gothic"/>
              </a:rPr>
              <a:t>.</a:t>
            </a:r>
            <a:r>
              <a:rPr sz="1200" spc="-2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Уверены, вместе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90" dirty="0">
                <a:latin typeface="Century Gothic"/>
                <a:cs typeface="Century Gothic"/>
              </a:rPr>
              <a:t>мы</a:t>
            </a:r>
            <a:r>
              <a:rPr sz="1200" dirty="0">
                <a:latin typeface="Century Gothic"/>
                <a:cs typeface="Century Gothic"/>
              </a:rPr>
              <a:t> </a:t>
            </a:r>
            <a:r>
              <a:rPr sz="1200" spc="-45" dirty="0">
                <a:latin typeface="Century Gothic"/>
                <a:cs typeface="Century Gothic"/>
              </a:rPr>
              <a:t>займем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полки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75" dirty="0">
                <a:latin typeface="Century Gothic"/>
                <a:cs typeface="Century Gothic"/>
              </a:rPr>
              <a:t>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нужных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вам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660</Words>
  <Application>Microsoft Office PowerPoint</Application>
  <PresentationFormat>Произвольный</PresentationFormat>
  <Paragraphs>172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23</cp:revision>
  <dcterms:created xsi:type="dcterms:W3CDTF">2026-06-24T08:38:13Z</dcterms:created>
  <dcterms:modified xsi:type="dcterms:W3CDTF">2026-06-25T16:45:14Z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